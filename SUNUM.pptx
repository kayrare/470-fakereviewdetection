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6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71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968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39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15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1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73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5308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11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91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57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238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9F47E-4FC3-4EE8-8007-8E58FAEDE401}" type="datetimeFigureOut">
              <a:rPr lang="tr-TR" smtClean="0"/>
              <a:t>30.07.2025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E06E61F-8FCD-4A4A-8DDD-134B907E58AA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52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lexanderstephens440/fake-reviews-amazon/data" TargetMode="External"/><Relationship Id="rId2" Type="http://schemas.openxmlformats.org/officeDocument/2006/relationships/hyperlink" Target="https://www.kaggle.com/datasets/mexwell/fake-reviews-datase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FB7C-9B40-A612-1F86-9DA5B9E8E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FAKE REVIEW DETECTION WITH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0ACA1-F563-9938-8746-5C5E3ADF2C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BERŞAN KAYRA KORKMAZ</a:t>
            </a:r>
          </a:p>
          <a:p>
            <a:r>
              <a:rPr lang="tr-TR" dirty="0"/>
              <a:t>211101062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877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F9423-828A-7AB4-89A1-48D16B66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 amacı ve problemi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7147F0-75B0-4FE7-B214-795C91CEFD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3279373"/>
            <a:ext cx="806182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Gerçek ve sahte kullanıcı yorumlarının otomatik tespiti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Amacımız, farklı makine öğrenmesi ve derin öğrenme yöntemleriyle iki farklı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setinde sahte inceleme ayrımının başarımını ölçmek</a:t>
            </a:r>
          </a:p>
        </p:txBody>
      </p:sp>
    </p:spTree>
    <p:extLst>
      <p:ext uri="{BB962C8B-B14F-4D97-AF65-F5344CB8AC3E}">
        <p14:creationId xmlns:p14="http://schemas.microsoft.com/office/powerpoint/2010/main" val="78035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A971-5F21-A19F-3DA7-3CDC78C5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1F16D-2BE3-65F1-492C-B058412F2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/>
              <a:t>3. Kullanılan Veri Setleri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Fake Reviews Dataset 1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Kaynak: </a:t>
            </a:r>
            <a:r>
              <a:rPr lang="tr-TR" dirty="0">
                <a:hlinkClick r:id="rId2"/>
              </a:rPr>
              <a:t>Kaggle – Mexwell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Özellikler: review (text), label (0 = Fake, 1 = Real)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Satır sayısı: 20.000+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Fake Reviews Dataset 2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Kaynak: </a:t>
            </a:r>
            <a:r>
              <a:rPr lang="tr-TR" dirty="0">
                <a:hlinkClick r:id="rId3"/>
              </a:rPr>
              <a:t>Kaggle – Alexander Stephens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Özellikler: reviewText (text), label (0 = Fake, 1 = Real)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Satır sayısı: 35.000+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5970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1163-297E-59F7-3AC1-D103AD6B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4. </a:t>
            </a:r>
            <a:r>
              <a:rPr lang="tr-TR" b="1" dirty="0"/>
              <a:t>Yöntem ve Pipeline</a:t>
            </a:r>
            <a:endParaRPr lang="tr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166BC1-47CB-1254-88E7-92867A3ECA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temizleme ve ön işleme (lowercase, stopword, gereksiz karakter temizliği)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Özellik çıkarımı: TF-IDF vektörizasyonu (max_features grid-search ile optimize edildi)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Eğitim/test ayırma (%80 eğitim, %20 test)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Modeller: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 (Linear)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MLPClassifier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LightGBM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(Yöntem 2: LSTM – derin öğrenme)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95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5B86-792D-9658-312E-DEB408D2D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5. </a:t>
            </a:r>
            <a:r>
              <a:rPr lang="tr-TR" b="1" dirty="0"/>
              <a:t>Hiperparametre Optimizasyonu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2F2AC-62DE-F9E0-EB0B-BF041B115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GridSearchCV ile her model için en iyi parametreler seçildi: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SVM: C [0.1, 1, 10]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MLP: hidden_layer_sizes [(64,), (128,)], alpha [0.0001, 0.001]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LightGBM: num_leaves [31, 50], max_depth [-1, 10]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Naive Bayes: alpha [0.1, 0.5, 1.0]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TF-IDF: max_features [500, 1000, 2000, 5000]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LSTM için: Dropout ve BatchNormalization kullanıldı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26910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ED0C-0D26-DD41-9697-5331EFF5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6. </a:t>
            </a:r>
            <a:r>
              <a:rPr lang="tr-TR" b="1" dirty="0"/>
              <a:t>Test Sonuçları ve Karşılaştırmalı Tablo(DATASET-1)</a:t>
            </a:r>
            <a:endParaRPr lang="tr-TR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A1C7E12-A4F1-0745-8B90-371AE8EFE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05" y="1853754"/>
            <a:ext cx="3666013" cy="4199727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B2A81C-5CE2-F23C-17EC-94E19CE17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390" y="1853754"/>
            <a:ext cx="4512610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9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711F-8193-9F1F-C28E-2645B51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7. </a:t>
            </a:r>
            <a:r>
              <a:rPr lang="tr-TR" b="1" dirty="0"/>
              <a:t>Test Sonuçları ve Karşılaştırmalı Tablo(DATASET-1Yöntem2)</a:t>
            </a:r>
            <a:endParaRPr lang="tr-TR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535ABB-78E3-C8A3-93A1-878799FB7E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8839" y="2251587"/>
            <a:ext cx="4885145" cy="3411793"/>
          </a:xfrm>
        </p:spPr>
      </p:pic>
    </p:spTree>
    <p:extLst>
      <p:ext uri="{BB962C8B-B14F-4D97-AF65-F5344CB8AC3E}">
        <p14:creationId xmlns:p14="http://schemas.microsoft.com/office/powerpoint/2010/main" val="3383610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45F4C-E697-4109-128B-20373D6D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7. </a:t>
            </a:r>
            <a:r>
              <a:rPr lang="tr-TR" b="1" dirty="0"/>
              <a:t>Test Sonuçları ve Karşılaştırmalı Tablo(DATASET-11)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8779C-421B-3BFB-29F7-628065996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5845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7676-C309-59AB-A1AB-3905CD96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E7F61-953B-CB89-FE9B-AF7DCD9E8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C1991D-2CCC-DBA3-3472-2F082429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73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1D409-52EE-75E8-2E94-25B5D049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7. </a:t>
            </a:r>
            <a:r>
              <a:rPr lang="tr-TR" b="1" dirty="0"/>
              <a:t>Test Sonuçları ve Karşılaştırmalı Tablo(DATASET-11)Yöntem 2</a:t>
            </a:r>
            <a:endParaRPr lang="tr-T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AA9FB8-4EA8-E15F-92F6-E9F061646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9135" y="2526890"/>
            <a:ext cx="7257197" cy="2689237"/>
          </a:xfrm>
        </p:spPr>
      </p:pic>
    </p:spTree>
    <p:extLst>
      <p:ext uri="{BB962C8B-B14F-4D97-AF65-F5344CB8AC3E}">
        <p14:creationId xmlns:p14="http://schemas.microsoft.com/office/powerpoint/2010/main" val="329285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5F1F-41C9-D29C-9AC9-1763B61B8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177BE-97C0-C143-B984-0D3670A8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10. Tartışma ve Değerlendirme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LightGBM/SVM modelleri genelde en iyi sonuçları verdi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Veri büyüklüğü ve dağılımı, eğitim süresi ve skorlar üzerinde doğrudan etkili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LSTM daha fazla veriyle daha güçlü hale getirilebilir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40746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743D-3B10-C0C7-F59D-D25F38E3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2C5CA-642F-A5B7-E74D-97496E222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11. Sonuç ve İleride Yapılacaklar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Klasik ve derin öğrenme yöntemleri ile sahte inceleme başarıyla tespit edildi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Gelecekte: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Daha büyük ve farklı veri setleri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BERT/transformer tabanlı modeller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Canlı demo ve açıklanabilirlik analizleri (SHAP, LIME)</a:t>
            </a:r>
          </a:p>
          <a:p>
            <a:pPr lvl="1"/>
            <a:r>
              <a:rPr lang="tr-TR" dirty="0"/>
              <a:t>Bir uygulama veya agent haline getirmek için UI ve Frameworklere uyum.</a:t>
            </a:r>
          </a:p>
        </p:txBody>
      </p:sp>
    </p:spTree>
    <p:extLst>
      <p:ext uri="{BB962C8B-B14F-4D97-AF65-F5344CB8AC3E}">
        <p14:creationId xmlns:p14="http://schemas.microsoft.com/office/powerpoint/2010/main" val="78458273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96</TotalTime>
  <Words>390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FAKE REVIEW DETECTION WITH MACHINE LEARNING</vt:lpstr>
      <vt:lpstr>Proje amacı ve problemi</vt:lpstr>
      <vt:lpstr>PowerPoint Presentation</vt:lpstr>
      <vt:lpstr>4. Yöntem ve Pipeline</vt:lpstr>
      <vt:lpstr>5. Hiperparametre Optimizasyonu</vt:lpstr>
      <vt:lpstr>6. Test Sonuçları ve Karşılaştırmalı Tablo(DATASET-1)</vt:lpstr>
      <vt:lpstr>7. Test Sonuçları ve Karşılaştırmalı Tablo(DATASET-1Yöntem2)</vt:lpstr>
      <vt:lpstr>7. Test Sonuçları ve Karşılaştırmalı Tablo(DATASET-11)</vt:lpstr>
      <vt:lpstr>PowerPoint Presentation</vt:lpstr>
      <vt:lpstr>7. Test Sonuçları ve Karşılaştırmalı Tablo(DATASET-11)Yöntem 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Berşan Kayra Korkmaz</dc:creator>
  <cp:lastModifiedBy>Berşan Kayra Korkmaz</cp:lastModifiedBy>
  <cp:revision>2</cp:revision>
  <dcterms:created xsi:type="dcterms:W3CDTF">2025-07-28T17:10:54Z</dcterms:created>
  <dcterms:modified xsi:type="dcterms:W3CDTF">2025-07-30T11:30:24Z</dcterms:modified>
</cp:coreProperties>
</file>